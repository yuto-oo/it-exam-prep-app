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7" r:id="rId7"/>
    <p:sldId id="25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37" d="100"/>
          <a:sy n="37" d="100"/>
        </p:scale>
        <p:origin x="56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5/14(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759"/>
            <a:ext cx="10515600" cy="484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・個人識別を可能にした。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・問題の正誤を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に保存できるようにした。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1320799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C5924-21DE-DF0A-9B63-1382CBA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A91DEF-32E0-68BF-1D3A-1C3D8E0DFE35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547ED96-4D90-C6D3-10FF-77D5B5040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51" y="1340983"/>
            <a:ext cx="10230698" cy="535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6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99D5C-8B04-BDC9-52AE-446EF950D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0A7199-0FE8-E771-28AE-214CC06D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C568890-F0BE-C1BC-085A-2AF9AC4D18A1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63F2483-292B-B07D-EEF0-980621605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43" y="1118287"/>
            <a:ext cx="10962057" cy="546797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45DBE2A7-A970-CD55-4536-69125EE85ECF}"/>
              </a:ext>
            </a:extLst>
          </p:cNvPr>
          <p:cNvSpPr/>
          <p:nvPr/>
        </p:nvSpPr>
        <p:spPr>
          <a:xfrm>
            <a:off x="5702643" y="4096265"/>
            <a:ext cx="2523003" cy="886226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CB05CB4-7D0B-327C-4602-C3348A01B867}"/>
              </a:ext>
            </a:extLst>
          </p:cNvPr>
          <p:cNvSpPr/>
          <p:nvPr/>
        </p:nvSpPr>
        <p:spPr>
          <a:xfrm>
            <a:off x="8225646" y="4448432"/>
            <a:ext cx="3011805" cy="1853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0588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9445E-833C-0249-30FC-9457FE7ED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803CFC-3120-E9B1-11B4-FA7EC8CD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DB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項目確認画面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ABB91E8-021B-9504-13E7-AC112644053D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BAF282A-0BA1-6C4D-8F38-FED1A6365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699" y="989078"/>
            <a:ext cx="9652977" cy="588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9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sz="40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1"/>
            <a:ext cx="10813026" cy="5604387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・問題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pdf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から図形が含まれる問題を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png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で抽出する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↓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・抽出した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png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を読み込み、問題に表示できるようにする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4E8AF-CFE0-4DDC-5034-086F0188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937"/>
            <a:ext cx="10515600" cy="1085964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b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F4EAB-0694-E468-BC6D-E41D44AF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4620"/>
            <a:ext cx="10515600" cy="4982344"/>
          </a:xfrm>
        </p:spPr>
        <p:txBody>
          <a:bodyPr>
            <a:normAutofit/>
          </a:bodyPr>
          <a:lstStyle/>
          <a:p>
            <a:r>
              <a:rPr kumimoji="1"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png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を出力するためのコード書き換え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過去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年分の公開されている問題を一つの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ファイルにまとめる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7FDE6A-2FFB-CFED-760E-EE1AD7FB5308}"/>
              </a:ext>
            </a:extLst>
          </p:cNvPr>
          <p:cNvSpPr/>
          <p:nvPr/>
        </p:nvSpPr>
        <p:spPr>
          <a:xfrm>
            <a:off x="838200" y="88089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4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3F4BE76D7EA24B88A812997A40D442" ma:contentTypeVersion="16" ma:contentTypeDescription="新しいドキュメントを作成します。" ma:contentTypeScope="" ma:versionID="6631221ffde9d65eaef31003f239004f">
  <xsd:schema xmlns:xsd="http://www.w3.org/2001/XMLSchema" xmlns:xs="http://www.w3.org/2001/XMLSchema" xmlns:p="http://schemas.microsoft.com/office/2006/metadata/properties" xmlns:ns2="c5b95765-7743-47df-91b8-b879610f15cb" xmlns:ns3="e2696842-52c5-4b51-a2f1-2e02a6942d82" targetNamespace="http://schemas.microsoft.com/office/2006/metadata/properties" ma:root="true" ma:fieldsID="82caf0f7fabea6e0dd64146409dcbb45" ns2:_="" ns3:_="">
    <xsd:import namespace="c5b95765-7743-47df-91b8-b879610f15cb"/>
    <xsd:import namespace="e2696842-52c5-4b51-a2f1-2e02a6942d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b95765-7743-47df-91b8-b879610f15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6518b541-c68f-4e66-ba2d-7cbeaaa04c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696842-52c5-4b51-a2f1-2e02a6942d8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6884f31-9a46-4f88-a74c-903fa0e4b92a}" ma:internalName="TaxCatchAll" ma:showField="CatchAllData" ma:web="e2696842-52c5-4b51-a2f1-2e02a6942d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2696842-52c5-4b51-a2f1-2e02a6942d82" xsi:nil="true"/>
    <lcf76f155ced4ddcb4097134ff3c332f xmlns="c5b95765-7743-47df-91b8-b879610f15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F24344D-7834-48E8-BAD1-5C803EE71DC6}"/>
</file>

<file path=customXml/itemProps2.xml><?xml version="1.0" encoding="utf-8"?>
<ds:datastoreItem xmlns:ds="http://schemas.openxmlformats.org/officeDocument/2006/customXml" ds:itemID="{A16A5FD9-5DE8-4D27-ADC0-9DE40A1C3446}"/>
</file>

<file path=customXml/itemProps3.xml><?xml version="1.0" encoding="utf-8"?>
<ds:datastoreItem xmlns:ds="http://schemas.openxmlformats.org/officeDocument/2006/customXml" ds:itemID="{A9229F8E-9714-4386-A8A3-4FD48947C4CC}"/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104</Words>
  <Application>Microsoft Office PowerPoint</Application>
  <PresentationFormat>ワイド画面</PresentationFormat>
  <Paragraphs>17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動作画面</vt:lpstr>
      <vt:lpstr>動作画面</vt:lpstr>
      <vt:lpstr>DB項目確認画面</vt:lpstr>
      <vt:lpstr>現在の課題</vt:lpstr>
      <vt:lpstr>来週までの目標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天翔 大田原</cp:lastModifiedBy>
  <cp:revision>28</cp:revision>
  <dcterms:created xsi:type="dcterms:W3CDTF">2026-04-29T09:24:32Z</dcterms:created>
  <dcterms:modified xsi:type="dcterms:W3CDTF">2026-05-14T03:48:39Z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0x010100FF3F4BE76D7EA24B88A812997A40D442</vt:lpwstr>
  </property>
</Properties>
</file>