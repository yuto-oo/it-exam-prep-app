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6/25(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現在の課題（予定）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2"/>
            <a:ext cx="10813026" cy="56043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ja-JP" sz="2400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6</a:t>
            </a:r>
            <a:r>
              <a:rPr lang="ja-JP" altLang="en-US" sz="2400" u="sng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月中（途中）</a:t>
            </a:r>
            <a:endParaRPr lang="en-US" altLang="ja-JP" sz="24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基本情報技術者試験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の追加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（ログイン後に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を選択できるようにする）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ファイル作成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en-US" altLang="ja-JP" sz="2400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7</a:t>
            </a:r>
            <a:r>
              <a:rPr lang="ja-JP" altLang="en-US" sz="2400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月中</a:t>
            </a:r>
            <a:endParaRPr lang="en-US" altLang="ja-JP" sz="24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分析ダッシュボード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の作成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間違えた問題の</a:t>
            </a:r>
            <a:r>
              <a:rPr lang="ja-JP" altLang="en-US" sz="2400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リマインド通知機能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追加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　　　　　↓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Hub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でアプリ公開（</a:t>
            </a:r>
            <a:r>
              <a:rPr lang="en-US" altLang="ja-JP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IT</a:t>
            </a:r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パスポートからデータ収集）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en-US" altLang="ja-JP" sz="2400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8</a:t>
            </a:r>
            <a:r>
              <a:rPr lang="ja-JP" altLang="en-US" sz="2400" u="sng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月～１２月</a:t>
            </a:r>
            <a:endParaRPr lang="en-US" altLang="ja-JP" sz="24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基本情報技術者試験のデータ収集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使用感確認と必要に応じて機能追加</a:t>
            </a:r>
            <a:endParaRPr lang="en-US" altLang="ja-JP" sz="24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81397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93</Words>
  <Application>Microsoft Office PowerPoint</Application>
  <PresentationFormat>ワイド画面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現在の課題（予定）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43</cp:revision>
  <dcterms:created xsi:type="dcterms:W3CDTF">2026-04-29T09:24:32Z</dcterms:created>
  <dcterms:modified xsi:type="dcterms:W3CDTF">2026-06-17T05:58:03Z</dcterms:modified>
</cp:coreProperties>
</file>