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A83624-AE20-AA66-116E-4A680EA8C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5B37F6-BA48-D5A0-0753-7DE9F88CD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198CB5-28AC-E220-84B4-06A01494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F85724-96C1-994D-D3B4-71F405C5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61524D-BCBC-63F5-B1CC-B0489DD7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456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F983F-B90C-D745-1878-083925E7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755D42-F813-DB20-9659-E6AF4B5A2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3500C4-2F64-2970-8941-0DDEBA7A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CB3CEC-9BA2-ACF4-6769-2AF99CD4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4C65FD-CB87-5E51-942E-470C76E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1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C0295A-8F9D-6047-FDAE-8280D570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7C2C45-7350-8FAF-6208-25A3268A1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EE7E94-B1E1-E92B-DD22-3731710E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4242C2-FF6F-9082-4D35-5E59129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3D97D7-8DBB-1D3D-28AC-1611763B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79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36CFC-3B34-CC70-4C21-8876DF16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6B7D02-8EE0-380C-C7D6-992452415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F7450F-048D-AA45-B366-B80A62CCE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943393-154C-12D0-314D-3CD52D19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053B89-7F98-C352-114E-8681457C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DD1D0F-9A4C-3C54-9FCF-F7D0FE97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60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71AA37-5100-B684-5242-5D8F8871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C9F35F-A74F-B84E-A317-2BC0288BA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CDDDD6-BE25-6362-EAC1-3AB454B03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5E83554-AADD-F789-A574-6C32D7ED4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6DC8234-0B14-31EA-B8C5-C21BF3D43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F46B3AF-730A-379E-0266-CB3D06F3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E90F138-1151-26E9-A851-51CB90AEE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36BB4F6-7D94-3391-EA3D-A1620A33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93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9E0642-4DE5-C2E3-137F-67278546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C624AF-539D-5DC8-3E5E-BF869500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DB10EA-4DC8-A861-518C-9147608E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634F62-6287-6742-9E35-F5E40AA9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4715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DDF8966-CF6A-ED63-6E0E-8B3D54FB1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DED2C5-3D06-76A5-5A7F-83427C05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18EAC1-8441-BB34-64A7-5014AE54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96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9FE9BA-B043-8FA4-5FF2-DBE27D86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C88B98-20F3-F251-6B5B-9D91726CC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3269AB-C3B7-2E58-575B-5E36A2B38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1CE024-62E2-BDE4-2918-DDFC17DC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A961CD-A0A2-F5D5-CFE7-7389FE03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D1A2A3-8930-1491-DF13-D9DCE4E1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77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3B7E7-06AA-2BE5-687C-A0B7D5EEA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6EB4B5-4164-0929-D268-3E686BDEB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083DCB-8D99-35AC-AB73-4D92D19B7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771499-8A84-70EF-55E3-15A2A5FA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6333AC-A33F-06B9-0B54-C2003142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986D3A-53AE-93F5-E53D-B144D40F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56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B8F78-19BD-C7A0-F596-09974DDE3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B00A6C-62E2-09C4-A186-AB3868E8E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FA3B42-D164-1E3A-D595-49C09A27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2BC303-CD8F-29E6-B22D-51780DC6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1FCF18-AAE1-5997-94F7-45D33FB3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8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85C928-B872-D2B6-C7C6-9A65A7CFB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5B92AC-70F3-3259-3134-C36D456EB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5F5BA6-C4EC-EB13-850A-E1AF063F3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B96DF3-63D4-E279-DCA3-8961DCFC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21B7A3-1440-1757-34CD-7A37BB8C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50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14D1F84-E046-7AD3-D1BF-0E473721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5FEA51-E93B-27ED-C3C7-08555B36A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6A7BCE-E04F-3E27-2152-F84FB56A9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48E75-B9F9-46DA-8040-D18DDF380D85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2A26AE-75F1-C206-CDA4-51BFE594B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781067-99E7-B94A-D563-4F5EC7AE0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C8D36-9A3D-420B-BB4B-867B5AA8D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141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892BE-FBFB-1AD3-2EDF-1B724FD7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6356517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8000" b="1" dirty="0"/>
              <a:t>進捗報告</a:t>
            </a:r>
            <a:br>
              <a:rPr lang="en-US" altLang="ja-JP" sz="6000" dirty="0"/>
            </a:br>
            <a:r>
              <a:rPr lang="en-US" altLang="ja-JP" dirty="0"/>
              <a:t>4/23(</a:t>
            </a:r>
            <a:r>
              <a:rPr lang="ja-JP" altLang="en-US" dirty="0"/>
              <a:t>木</a:t>
            </a:r>
            <a:r>
              <a:rPr lang="en-US" altLang="ja-JP" dirty="0"/>
              <a:t>)</a:t>
            </a:r>
            <a:br>
              <a:rPr lang="en-US" altLang="ja-JP" dirty="0"/>
            </a:br>
            <a:r>
              <a:rPr lang="ja-JP" altLang="en-US" sz="3600" dirty="0"/>
              <a:t>小佐々優人　大田原天翔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9500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B4C463-85E9-6E81-6532-C62D4B14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卒業研究進捗</a:t>
            </a:r>
            <a:endParaRPr kumimoji="1" lang="ja-JP" altLang="en-US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A4A751-7CE5-90C5-8473-F5DE6076B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進捗卒業研究テーマ決定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「</a:t>
            </a:r>
            <a:r>
              <a:rPr kumimoji="1" lang="en-US" altLang="ja-JP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と</a:t>
            </a:r>
            <a:r>
              <a:rPr kumimoji="1" lang="en-US" altLang="ja-JP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Python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を用いた資格試験学習ログの自動収集システムの構築と、忘却曲線に基づく学習最適化の検討」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基本情報技術者試験の問題データ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PDF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(JSON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形式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で作成確認 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endParaRPr kumimoji="1" lang="en-US" altLang="ja-JP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ファイルを読み込んで問題を表示する簡易的なアプリを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Python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で作成に取り掛かる。</a:t>
            </a:r>
          </a:p>
        </p:txBody>
      </p:sp>
    </p:spTree>
    <p:extLst>
      <p:ext uri="{BB962C8B-B14F-4D97-AF65-F5344CB8AC3E}">
        <p14:creationId xmlns:p14="http://schemas.microsoft.com/office/powerpoint/2010/main" val="429313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3CABAD-42F9-5716-92F2-EA31A5AC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5E3766-3ED4-D63E-FCC5-558CF9680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開発者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名のほかに、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被験者を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～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名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集める必要がある。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の学習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9487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110</Words>
  <Application>Microsoft Office PowerPoint</Application>
  <PresentationFormat>ワイド画面</PresentationFormat>
  <Paragraphs>11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ＭＳ Ｐゴシック</vt:lpstr>
      <vt:lpstr>游ゴシック</vt:lpstr>
      <vt:lpstr>游ゴシック Light</vt:lpstr>
      <vt:lpstr>Arial</vt:lpstr>
      <vt:lpstr>Office テーマ</vt:lpstr>
      <vt:lpstr>進捗報告 4/23(木) 小佐々優人　大田原天翔</vt:lpstr>
      <vt:lpstr>卒業研究進捗</vt:lpstr>
      <vt:lpstr>現在の課題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小佐々 優人</cp:lastModifiedBy>
  <cp:revision>6</cp:revision>
  <dcterms:created xsi:type="dcterms:W3CDTF">2026-04-22T02:11:05Z</dcterms:created>
  <dcterms:modified xsi:type="dcterms:W3CDTF">2026-04-29T09:25:58Z</dcterms:modified>
</cp:coreProperties>
</file>