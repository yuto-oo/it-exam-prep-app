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5/21(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・過去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年分の公開されている問題を、カテゴリや解説などの属性を増やし、一つの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ファイルにまとめた。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png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の出力や追加した属性を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に保存するための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Python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コード書き換えを行った。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・基盤となる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Python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ファイルは完成した。</a:t>
            </a:r>
            <a:b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（追加する機能によって随時書き換えていく）</a:t>
            </a:r>
          </a:p>
          <a:p>
            <a:pPr marL="0" indent="0">
              <a:buNone/>
            </a:pPr>
            <a:endParaRPr lang="ja-JP" altLang="en-US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4000" b="1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636A4F42-AC06-6DAF-9B1E-9F2A8A954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09"/>
            <a:ext cx="10515600" cy="4930054"/>
          </a:xfrm>
        </p:spPr>
        <p:txBody>
          <a:bodyPr>
            <a:normAutofit/>
          </a:bodyPr>
          <a:lstStyle/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今後の分析のために、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に保存する問題の属性をさらに増やす。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ユーザ視点で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UI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等の微調整。</a:t>
            </a:r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51" y="-242223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721851" y="76764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コンテンツ プレースホルダー 4">
            <a:extLst>
              <a:ext uri="{FF2B5EF4-FFF2-40B4-BE49-F238E27FC236}">
                <a16:creationId xmlns:a16="http://schemas.microsoft.com/office/drawing/2014/main" id="{03C8B948-BF11-CD9D-8B18-470552541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40983"/>
            <a:ext cx="6501131" cy="4806417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06734B8-4E48-75F5-B228-0BD4DB7F4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432" y="876928"/>
            <a:ext cx="5247103" cy="598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3B385-96AB-35DC-9FE3-D86593395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7B0A25-0849-51CC-784A-2B36EAF1D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7883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b="1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9C15A67-94DA-76D1-75A4-4BED7ADD59CD}"/>
              </a:ext>
            </a:extLst>
          </p:cNvPr>
          <p:cNvSpPr/>
          <p:nvPr/>
        </p:nvSpPr>
        <p:spPr>
          <a:xfrm>
            <a:off x="721851" y="764767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785943E-54C9-C50D-F304-23DCE1438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1947" y="898492"/>
            <a:ext cx="8095407" cy="595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87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04E8AF-CFE0-4DDC-5034-086F01882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937"/>
            <a:ext cx="10515600" cy="1085964"/>
          </a:xfrm>
        </p:spPr>
        <p:txBody>
          <a:bodyPr>
            <a:normAutofit fontScale="90000"/>
          </a:bodyPr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来週までの目標</a:t>
            </a:r>
            <a:br>
              <a:rPr lang="en-US" altLang="ja-JP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7F4EAB-0694-E468-BC6D-E41D44AF0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840"/>
            <a:ext cx="10515600" cy="4822123"/>
          </a:xfrm>
        </p:spPr>
        <p:txBody>
          <a:bodyPr>
            <a:normAutofit/>
          </a:bodyPr>
          <a:lstStyle/>
          <a:p>
            <a:r>
              <a:rPr kumimoji="1" lang="en-US" altLang="ja-JP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UI</a:t>
            </a:r>
            <a:r>
              <a:rPr lang="ja-JP" altLang="en-US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等の微調整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分析環境の構築</a:t>
            </a:r>
            <a:endParaRPr kumimoji="1" lang="en-US" altLang="ja-JP" sz="32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r>
              <a:rPr lang="en-US" altLang="ja-JP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pandas</a:t>
            </a:r>
            <a:r>
              <a:rPr lang="ja-JP" altLang="en-US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や</a:t>
            </a:r>
            <a:r>
              <a:rPr lang="en-US" altLang="ja-JP" sz="32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plotly</a:t>
            </a:r>
            <a:r>
              <a:rPr lang="ja-JP" altLang="en-US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をインストールする。</a:t>
            </a:r>
            <a:endParaRPr lang="en-US" altLang="ja-JP" sz="32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200" dirty="0">
              <a:highlight>
                <a:srgbClr val="FFFF00"/>
              </a:highlight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kumimoji="1" lang="ja-JP" altLang="en-US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分析ダッシュボード（</a:t>
            </a:r>
            <a:r>
              <a:rPr lang="ja-JP" altLang="en-US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読み込んでグラフにするプログラム</a:t>
            </a:r>
            <a:r>
              <a:rPr kumimoji="1" lang="ja-JP" altLang="en-US" sz="32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）を作り始める。</a:t>
            </a:r>
            <a:endParaRPr lang="en-US" altLang="ja-JP" sz="32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ja-JP" altLang="en-US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B7FDE6A-2FFB-CFED-760E-EE1AD7FB5308}"/>
              </a:ext>
            </a:extLst>
          </p:cNvPr>
          <p:cNvSpPr/>
          <p:nvPr/>
        </p:nvSpPr>
        <p:spPr>
          <a:xfrm>
            <a:off x="838200" y="880890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641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152</Words>
  <Application>Microsoft Office PowerPoint</Application>
  <PresentationFormat>ワイド画面</PresentationFormat>
  <Paragraphs>21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現在の課題</vt:lpstr>
      <vt:lpstr>動作画面</vt:lpstr>
      <vt:lpstr>動作画面</vt:lpstr>
      <vt:lpstr>来週までの目標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小佐々 優人</cp:lastModifiedBy>
  <cp:revision>38</cp:revision>
  <dcterms:created xsi:type="dcterms:W3CDTF">2026-04-29T09:24:32Z</dcterms:created>
  <dcterms:modified xsi:type="dcterms:W3CDTF">2026-05-20T05:34:11Z</dcterms:modified>
</cp:coreProperties>
</file>