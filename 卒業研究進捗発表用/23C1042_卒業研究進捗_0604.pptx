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6/4(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759"/>
            <a:ext cx="10515600" cy="484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app.py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と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パスボートへの適応</a:t>
            </a:r>
            <a:b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パスポートの図表問題を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png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抽出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ja-JP" altLang="en-US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パスポートの問題 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ファイル作成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1320799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0848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10813026" cy="5013109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パスポート適応後の使用感確認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（必要に応じて都度修正）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838200" y="1303518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C5924-21DE-DF0A-9B63-1382CBA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A91DEF-32E0-68BF-1D3A-1C3D8E0DFE35}"/>
              </a:ext>
            </a:extLst>
          </p:cNvPr>
          <p:cNvSpPr/>
          <p:nvPr/>
        </p:nvSpPr>
        <p:spPr>
          <a:xfrm>
            <a:off x="688600" y="980898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E8E96FD-C3D6-5FA9-5AD2-2E128071D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85" y="1163514"/>
            <a:ext cx="11423029" cy="515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6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4E8AF-CFE0-4DDC-5034-086F0188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936"/>
            <a:ext cx="10515600" cy="1085964"/>
          </a:xfrm>
        </p:spPr>
        <p:txBody>
          <a:bodyPr>
            <a:normAutofit fontScale="90000"/>
          </a:bodyPr>
          <a:lstStyle/>
          <a:p>
            <a:r>
              <a:rPr lang="ja-JP" altLang="en-US" sz="49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b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F4EAB-0694-E468-BC6D-E41D44AF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900"/>
            <a:ext cx="10515600" cy="4724063"/>
          </a:xfrm>
        </p:spPr>
        <p:txBody>
          <a:bodyPr>
            <a:normAutofit/>
          </a:bodyPr>
          <a:lstStyle/>
          <a:p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パスポートのデータ収集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学習分析・ダッシュボード機能の実装に向けた基盤作成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7FDE6A-2FFB-CFED-760E-EE1AD7FB5308}"/>
              </a:ext>
            </a:extLst>
          </p:cNvPr>
          <p:cNvSpPr/>
          <p:nvPr/>
        </p:nvSpPr>
        <p:spPr>
          <a:xfrm>
            <a:off x="838200" y="1086687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4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85</Words>
  <Application>Microsoft Office PowerPoint</Application>
  <PresentationFormat>ワイド画面</PresentationFormat>
  <Paragraphs>15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現在の課題</vt:lpstr>
      <vt:lpstr>動作画面</vt:lpstr>
      <vt:lpstr>来週までの目標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小佐々 優人</cp:lastModifiedBy>
  <cp:revision>34</cp:revision>
  <dcterms:created xsi:type="dcterms:W3CDTF">2026-04-29T09:24:32Z</dcterms:created>
  <dcterms:modified xsi:type="dcterms:W3CDTF">2026-06-01T05:43:18Z</dcterms:modified>
</cp:coreProperties>
</file>