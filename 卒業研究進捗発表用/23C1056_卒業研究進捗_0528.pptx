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2" r:id="rId5"/>
    <p:sldId id="257" r:id="rId6"/>
    <p:sldId id="259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D065-8A42-AFAD-CE6E-414F0DA0F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48295D-69E4-7C4A-C8AF-8E3BAF85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78C68-0DF9-BCCA-08B6-334E7D0C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1FD4D-0B6C-2E72-9DF5-AF208FB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C8BC9-5DF8-433B-2250-354998E7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26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378D8-40B0-DBB0-6B74-371B3A9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B3DE9-AF5E-F2F8-7456-8B1A66C6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93A11-D1CF-19C6-E207-996970A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4F6E5-6E11-0BCE-B63E-499E779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87BF0-8816-17DC-F2EE-9676C480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42F4C-5F00-5AB5-D13D-6FFF2662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D33BFB-F889-6D02-DB52-5D6EDC635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ADEC6-658E-3AE0-A625-D7F00ACF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4B097-8EA6-0123-A3CF-EFAFAAD5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647C4-BCCF-C444-035F-48909B1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FFC12-4095-96E8-E1C7-ACEA2B50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D85EE9-4B90-1D85-4809-050E3CD7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30E6CA-BC78-7C9C-A511-B007C030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50DB70-7E5D-0681-E482-2C0F44FB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696D37-C93A-0189-1F11-FBB67FA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2612-BE87-D4EE-F324-F976D5D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7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5BB76-34EE-7CFB-C582-088BBB57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64AD8-B492-CD45-CEC8-88D94825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A7140-FF8F-C325-D399-904351B03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FADFC1-BEE1-3F69-4A21-C9773458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FA5E8A-B11F-11AF-31E0-A5405730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F8F9DA-C1B0-B1E8-3E13-0CAF4B90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705D6-0726-3AB5-0DEB-6BB84E8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7C3096-57D3-F0B1-9AF1-8D2DB980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71B9B-5278-19A0-D6BC-A3498DC4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C6E831-3646-D34D-DD07-3E195857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68B408-2171-4081-073E-09F3E6C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7A9AE0-C315-2C69-98F5-5F631D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08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FBA42C-D429-513F-CF24-AAA38DC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191B00-835A-B475-068D-58D1407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4B24-C44B-95B1-1089-E5EC659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6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0DA90-029A-573E-0F90-4E8FA9FB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4DCB4E-6501-B45C-1A85-C1ACBC0B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77CC3-F796-D314-A166-7423FB4F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7004E-51C2-2923-EEFB-7F087D4D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FBE3F-8BF7-CB47-47FA-23E33C6A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0B9D59-3E24-D7D7-3830-363FB30D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DF3CC-FD74-F851-6D81-167C98A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78895C-00F3-B120-8331-94083F059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46B247-F884-15A9-EA9F-615A7EDA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23E4B2-E732-E943-9B07-CD2C667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932495-49CC-07FA-64C0-7F665385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FF97C-3832-B9CB-A10D-BD6A01B7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2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88EA2-5D62-F1AD-1481-1EA4602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9B13A5-C95E-BD38-3386-E564F982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44AE3-BF07-295C-974F-96A57C04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AFDCD-76CD-299A-5DA2-295C1199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35D26-65F8-7716-90F1-1F9BF19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8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CA1591-D96B-2C37-1880-0559FA074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2D99EC-4ADB-DE7A-8363-32FDDADD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9F7FAB-572E-6F07-F740-93630A4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6EA1A3-D4EB-6BB3-9C87-A1B8A678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CBAA55-A48E-D59F-A7DF-2AE1659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80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BA7CDA-AC30-89E8-8C5C-D2C7261B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2F8B3-DB80-36DC-C00F-C47AF8CE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7ADC9-8702-738F-1AA2-A84529B27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9F3F-79E2-497A-8B6D-61211615EA8D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68A31-363B-1A0E-2082-F229592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A4D00-4905-1CF6-4963-888F2D71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512F-A9C8-3982-AD0F-42E3FE195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000" b="1" dirty="0"/>
              <a:t>進捗報告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E16D8A-3CEC-36CB-D0F0-59D8CE0CE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5/28(</a:t>
            </a:r>
            <a:r>
              <a:rPr lang="ja-JP" altLang="en-US" sz="3600" dirty="0"/>
              <a:t>木</a:t>
            </a:r>
            <a:r>
              <a:rPr lang="en-US" altLang="ja-JP" sz="3600" dirty="0"/>
              <a:t>)</a:t>
            </a:r>
            <a:br>
              <a:rPr lang="en-US" altLang="ja-JP" sz="3600" dirty="0"/>
            </a:br>
            <a:r>
              <a:rPr lang="ja-JP" altLang="en-US" sz="3600" dirty="0"/>
              <a:t>小佐々優人　大田原天翔</a:t>
            </a:r>
            <a:endParaRPr kumimoji="1" lang="ja-JP" altLang="en-US" sz="36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953F8-8A9C-FE1A-1E47-0F83F7E4F788}"/>
              </a:ext>
            </a:extLst>
          </p:cNvPr>
          <p:cNvSpPr/>
          <p:nvPr/>
        </p:nvSpPr>
        <p:spPr>
          <a:xfrm>
            <a:off x="406400" y="3361872"/>
            <a:ext cx="11379200" cy="67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03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3B7EB-0225-BE02-BDE8-7B239E82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卒業研究進捗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343291-6583-06DB-644B-03434953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759"/>
            <a:ext cx="10515600" cy="4844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・分析環境の構築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UI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の改善やセキュリティの強化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AA65AC-34AE-2824-6496-4795B9A74710}"/>
              </a:ext>
            </a:extLst>
          </p:cNvPr>
          <p:cNvSpPr/>
          <p:nvPr/>
        </p:nvSpPr>
        <p:spPr>
          <a:xfrm>
            <a:off x="838200" y="1320799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78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1C5924-21DE-DF0A-9B63-1382CBA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動作画面（仮）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A91DEF-32E0-68BF-1D3A-1C3D8E0DFE35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AEE8675-0BDF-EA5D-3707-39773A188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67" y="996023"/>
            <a:ext cx="10913533" cy="585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6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FB1BD-F486-A3EB-20A1-CB96623D3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C5F8DD-A1E2-4908-9CB5-2EBF9EC8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動作画面（仮）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86B433F-87E0-FD22-1223-FA16C70A1C2F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075ACDD-AB3E-121A-0856-4D95807BE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32" y="1340984"/>
            <a:ext cx="11606711" cy="511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6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B73D5-8E07-FB28-C107-03497F4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現在の課題</a:t>
            </a:r>
            <a:endParaRPr kumimoji="1" lang="ja-JP" altLang="en-US" sz="40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B9C2DD-DCAF-BA95-C704-8D13B790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141"/>
            <a:ext cx="10813026" cy="5604387"/>
          </a:xfrm>
        </p:spPr>
        <p:txBody>
          <a:bodyPr/>
          <a:lstStyle/>
          <a:p>
            <a:pPr marL="0" indent="0">
              <a:buNone/>
            </a:pPr>
            <a:r>
              <a:rPr lang="ja-JP" altLang="en-US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・他の資格への適応（</a:t>
            </a:r>
            <a:r>
              <a:rPr lang="en-US" altLang="ja-JP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lang="ja-JP" altLang="en-US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パス等）</a:t>
            </a:r>
            <a:endParaRPr kumimoji="1" lang="en-US" altLang="ja-JP" sz="3600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kumimoji="1" lang="ja-JP" altLang="en-US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・分析ダッシュボードの作成（他の資格の適応後）</a:t>
            </a:r>
            <a:endParaRPr kumimoji="1" lang="en-US" altLang="ja-JP" sz="3600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kumimoji="1" lang="en-US" altLang="ja-JP" sz="3600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4898B4-AB29-9260-4454-9B7DEEAE6795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806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04E8AF-CFE0-4DDC-5034-086F0188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5965"/>
            <a:ext cx="10515600" cy="1085964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来週までの目標</a:t>
            </a:r>
            <a:br>
              <a:rPr lang="en-US" altLang="ja-JP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7F4EAB-0694-E468-BC6D-E41D44AF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4620"/>
            <a:ext cx="10515600" cy="4647380"/>
          </a:xfrm>
        </p:spPr>
        <p:txBody>
          <a:bodyPr>
            <a:normAutofit/>
          </a:bodyPr>
          <a:lstStyle/>
          <a:p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パス用の</a:t>
            </a:r>
            <a:r>
              <a:rPr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ファイルの作成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app.py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と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DB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パスボートへの適応</a:t>
            </a:r>
            <a:endParaRPr kumimoji="1" lang="ja-JP" altLang="en-US" sz="4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7FDE6A-2FFB-CFED-760E-EE1AD7FB5308}"/>
              </a:ext>
            </a:extLst>
          </p:cNvPr>
          <p:cNvSpPr/>
          <p:nvPr/>
        </p:nvSpPr>
        <p:spPr>
          <a:xfrm>
            <a:off x="838200" y="880890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64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88</Words>
  <Application>Microsoft Office PowerPoint</Application>
  <PresentationFormat>ワイド画面</PresentationFormat>
  <Paragraphs>13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ＭＳ Ｐゴシック</vt:lpstr>
      <vt:lpstr>游ゴシック</vt:lpstr>
      <vt:lpstr>游ゴシック Light</vt:lpstr>
      <vt:lpstr>Arial</vt:lpstr>
      <vt:lpstr>Office テーマ</vt:lpstr>
      <vt:lpstr>進捗報告</vt:lpstr>
      <vt:lpstr> 卒業研究進捗</vt:lpstr>
      <vt:lpstr>動作画面（仮）</vt:lpstr>
      <vt:lpstr>動作画面（仮）</vt:lpstr>
      <vt:lpstr>現在の課題</vt:lpstr>
      <vt:lpstr>来週までの目標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大田原 天翔</cp:lastModifiedBy>
  <cp:revision>29</cp:revision>
  <dcterms:created xsi:type="dcterms:W3CDTF">2026-04-29T09:24:32Z</dcterms:created>
  <dcterms:modified xsi:type="dcterms:W3CDTF">2026-05-22T05:26:49Z</dcterms:modified>
</cp:coreProperties>
</file>