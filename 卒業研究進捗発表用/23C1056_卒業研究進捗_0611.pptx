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46D065-8A42-AFAD-CE6E-414F0DA0F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E48295D-69E4-7C4A-C8AF-8E3BAF85F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278C68-0DF9-BCCA-08B6-334E7D0CD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C1FD4D-0B6C-2E72-9DF5-AF208FB98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DC8BC9-5DF8-433B-2250-354998E7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3269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0378D8-40B0-DBB0-6B74-371B3A9D3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DB3DE9-AF5E-F2F8-7456-8B1A66C65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093A11-D1CF-19C6-E207-996970A9D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14F6E5-6E11-0BCE-B63E-499E7792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287BF0-8816-17DC-F2EE-9676C4804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9677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842F4C-5F00-5AB5-D13D-6FFF2662F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D33BFB-F889-6D02-DB52-5D6EDC635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BADEC6-658E-3AE0-A625-D7F00ACF1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84B097-8EA6-0123-A3CF-EFAFAAD56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7647C4-BCCF-C444-035F-48909B116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5595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AFFC12-4095-96E8-E1C7-ACEA2B509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D85EE9-4B90-1D85-4809-050E3CD77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B30E6CA-BC78-7C9C-A511-B007C030D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50DB70-7E5D-0681-E482-2C0F44FBD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6696D37-C93A-0189-1F11-FBB67FA5B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3B2612-BE87-D4EE-F324-F976D5DD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3712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25BB76-34EE-7CFB-C582-088BBB57C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964AD8-B492-CD45-CEC8-88D948256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BAA7140-FF8F-C325-D399-904351B03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EFADFC1-BEE1-3F69-4A21-C9773458E7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6FA5E8A-B11F-11AF-31E0-A54057305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1F8F9DA-C1B0-B1E8-3E13-0CAF4B908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7A705D6-0726-3AB5-0DEB-6BB84E869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B7C3096-57D3-F0B1-9AF1-8D2DB980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1222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271B9B-5278-19A0-D6BC-A3498DC48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6C6E831-3646-D34D-DD07-3E195857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068B408-2171-4081-073E-09F3E6C16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77A9AE0-C315-2C69-98F5-5F631D74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2088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2FBA42C-D429-513F-CF24-AAA38DCB1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5191B00-835A-B475-068D-58D14077C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644B24-C44B-95B1-1089-E5EC659A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646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E0DA90-029A-573E-0F90-4E8FA9FB7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4DCB4E-6501-B45C-1A85-C1ACBC0B2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FC77CC3-F796-D314-A166-7423FB4F1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D7004E-51C2-2923-EEFB-7F087D4DF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7FBE3F-8BF7-CB47-47FA-23E33C6A0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70B9D59-3E24-D7D7-3830-363FB30D5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36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2DF3CC-FD74-F851-6D81-167C98AF2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78895C-00F3-B120-8331-94083F059C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546B247-F884-15A9-EA9F-615A7EDAB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23E4B2-E732-E943-9B07-CD2C667AB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C932495-49CC-07FA-64C0-7F6653852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1FF97C-3832-B9CB-A10D-BD6A01B72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8425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488EA2-5D62-F1AD-1481-1EA460266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E9B13A5-C95E-BD38-3386-E564F9827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E44AE3-BF07-295C-974F-96A57C042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6AFDCD-76CD-299A-5DA2-295C1199F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135D26-65F8-7716-90F1-1F9BF19E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280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0CA1591-D96B-2C37-1880-0559FA074E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2D99EC-4ADB-DE7A-8363-32FDDADD8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9F7FAB-572E-6F07-F740-93630A4F5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6EA1A3-D4EB-6BB3-9C87-A1B8A6784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CBAA55-A48E-D59F-A7DF-2AE1659F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9806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3BA7CDA-AC30-89E8-8C5C-D2C7261BA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52F8B3-DB80-36DC-C00F-C47AF8CEE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87ADC9-8702-738F-1AA2-A84529B27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B89F3F-79E2-497A-8B6D-61211615EA8D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868A31-363B-1A0E-2082-F229592044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9A4D00-4905-1CF6-4963-888F2D7194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9511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4A512F-A9C8-3982-AD0F-42E3FE1956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sz="8000" b="1" dirty="0"/>
              <a:t>進捗報告</a:t>
            </a:r>
            <a:endParaRPr kumimoji="1" lang="ja-JP" altLang="en-US" sz="80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BE16D8A-3CEC-36CB-D0F0-59D8CE0CE0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 sz="3600" dirty="0"/>
              <a:t>6/11(</a:t>
            </a:r>
            <a:r>
              <a:rPr lang="ja-JP" altLang="en-US" sz="3600" dirty="0"/>
              <a:t>木</a:t>
            </a:r>
            <a:r>
              <a:rPr lang="en-US" altLang="ja-JP" sz="3600" dirty="0"/>
              <a:t>)</a:t>
            </a:r>
            <a:br>
              <a:rPr lang="en-US" altLang="ja-JP" sz="3600" dirty="0"/>
            </a:br>
            <a:r>
              <a:rPr lang="ja-JP" altLang="en-US" sz="3600" dirty="0"/>
              <a:t>小佐々優人　大田原天翔</a:t>
            </a:r>
            <a:endParaRPr kumimoji="1" lang="ja-JP" altLang="en-US" sz="36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9F953F8-8A9C-FE1A-1E47-0F83F7E4F788}"/>
              </a:ext>
            </a:extLst>
          </p:cNvPr>
          <p:cNvSpPr/>
          <p:nvPr/>
        </p:nvSpPr>
        <p:spPr>
          <a:xfrm>
            <a:off x="406400" y="3361872"/>
            <a:ext cx="11379200" cy="671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037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B3B7EB-0225-BE02-BDE8-7B239E828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卒業研究進捗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343291-6583-06DB-644B-03434953E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759"/>
            <a:ext cx="10515600" cy="48441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IT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パスポートの問題</a:t>
            </a:r>
            <a:r>
              <a:rPr lang="en-US" altLang="ja-JP" sz="3600" dirty="0" err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json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ファイルの一部修正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app.py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の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IT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パスポート適応完了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0AA65AC-34AE-2824-6496-4795B9A74710}"/>
              </a:ext>
            </a:extLst>
          </p:cNvPr>
          <p:cNvSpPr/>
          <p:nvPr/>
        </p:nvSpPr>
        <p:spPr>
          <a:xfrm>
            <a:off x="838200" y="1320799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4789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CB73D5-8E07-FB28-C107-03497F411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527"/>
            <a:ext cx="10515600" cy="853615"/>
          </a:xfrm>
        </p:spPr>
        <p:txBody>
          <a:bodyPr>
            <a:normAutofit/>
          </a:bodyPr>
          <a:lstStyle/>
          <a:p>
            <a:r>
              <a:rPr lang="ja-JP" altLang="en-US" sz="40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現在の課題</a:t>
            </a:r>
            <a:endParaRPr kumimoji="1" lang="ja-JP" altLang="en-US" sz="4000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B9C2DD-DCAF-BA95-C704-8D13B7904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8141"/>
            <a:ext cx="10813026" cy="5604387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sz="36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</a:t>
            </a:r>
            <a:r>
              <a:rPr lang="en-US" altLang="ja-JP" sz="36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IT</a:t>
            </a:r>
            <a:r>
              <a:rPr lang="ja-JP" altLang="en-US" sz="36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パスポート問題に軽微な問題点あり</a:t>
            </a:r>
            <a:br>
              <a:rPr lang="en-US" altLang="ja-JP" sz="36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36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（主に解説の一部が不十分など）</a:t>
            </a:r>
            <a:endParaRPr lang="en-US" altLang="ja-JP" sz="3600" b="1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kumimoji="1" lang="ja-JP" altLang="en-US" sz="36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</a:t>
            </a:r>
            <a:r>
              <a:rPr kumimoji="1" lang="en-US" altLang="ja-JP" sz="36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IT</a:t>
            </a:r>
            <a:r>
              <a:rPr kumimoji="1" lang="ja-JP" altLang="en-US" sz="36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パスポート問題の使用感確認と修正</a:t>
            </a:r>
            <a:endParaRPr kumimoji="1" lang="en-US" altLang="ja-JP" sz="3600" b="1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D4898B4-AB29-9260-4454-9B7DEEAE6795}"/>
              </a:ext>
            </a:extLst>
          </p:cNvPr>
          <p:cNvSpPr/>
          <p:nvPr/>
        </p:nvSpPr>
        <p:spPr>
          <a:xfrm>
            <a:off x="736600" y="798285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5806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1C5924-21DE-DF0A-9B63-1382CBA0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20"/>
            <a:ext cx="10515600" cy="1325563"/>
          </a:xfrm>
        </p:spPr>
        <p:txBody>
          <a:bodyPr/>
          <a:lstStyle/>
          <a:p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動作画面</a:t>
            </a:r>
            <a:endParaRPr kumimoji="1" lang="ja-JP" altLang="en-US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pic>
        <p:nvPicPr>
          <p:cNvPr id="8" name="コンテンツ プレースホルダー 7">
            <a:extLst>
              <a:ext uri="{FF2B5EF4-FFF2-40B4-BE49-F238E27FC236}">
                <a16:creationId xmlns:a16="http://schemas.microsoft.com/office/drawing/2014/main" id="{E3B6F726-0F2D-4078-BF62-A22BB649F3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8319" y="1284333"/>
            <a:ext cx="9582664" cy="521268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2A91DEF-32E0-68BF-1D3A-1C3D8E0DFE35}"/>
              </a:ext>
            </a:extLst>
          </p:cNvPr>
          <p:cNvSpPr/>
          <p:nvPr/>
        </p:nvSpPr>
        <p:spPr>
          <a:xfrm>
            <a:off x="721851" y="931021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5261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CA2FC-176F-062B-715B-F75EE5C07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56CC48-ACAF-408E-0CBE-1D2E0125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20"/>
            <a:ext cx="10515600" cy="1325563"/>
          </a:xfrm>
        </p:spPr>
        <p:txBody>
          <a:bodyPr/>
          <a:lstStyle/>
          <a:p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動作画面</a:t>
            </a:r>
            <a:endParaRPr kumimoji="1" lang="ja-JP" altLang="en-US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575D46B7-1808-694D-5B47-8C6C204995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5931" y="1327118"/>
            <a:ext cx="9452918" cy="5065813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66AB897-9668-ACB2-8B45-F00718F0C676}"/>
              </a:ext>
            </a:extLst>
          </p:cNvPr>
          <p:cNvSpPr/>
          <p:nvPr/>
        </p:nvSpPr>
        <p:spPr>
          <a:xfrm>
            <a:off x="721851" y="931021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5840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04E8AF-CFE0-4DDC-5034-086F01882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937"/>
            <a:ext cx="10515600" cy="1085964"/>
          </a:xfrm>
        </p:spPr>
        <p:txBody>
          <a:bodyPr>
            <a:normAutofit fontScale="90000"/>
          </a:bodyPr>
          <a:lstStyle/>
          <a:p>
            <a:r>
              <a:rPr lang="ja-JP" altLang="en-US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来週までの目標</a:t>
            </a:r>
            <a:br>
              <a:rPr lang="en-US" altLang="ja-JP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7F4EAB-0694-E468-BC6D-E41D44AF0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4620"/>
            <a:ext cx="10515600" cy="4982344"/>
          </a:xfrm>
        </p:spPr>
        <p:txBody>
          <a:bodyPr>
            <a:normAutofit/>
          </a:bodyPr>
          <a:lstStyle/>
          <a:p>
            <a:r>
              <a:rPr kumimoji="1"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先週に引き続き</a:t>
            </a:r>
            <a:r>
              <a:rPr kumimoji="1"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IT</a:t>
            </a:r>
            <a:r>
              <a:rPr kumimoji="1"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パスポートのデータ収集</a:t>
            </a:r>
            <a:endParaRPr kumimoji="1"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使用感を確認後、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IT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パスポート問題の修正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（主に解説部分等）</a:t>
            </a:r>
            <a:endParaRPr kumimoji="1" lang="ja-JP" altLang="en-US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B7FDE6A-2FFB-CFED-760E-EE1AD7FB5308}"/>
              </a:ext>
            </a:extLst>
          </p:cNvPr>
          <p:cNvSpPr/>
          <p:nvPr/>
        </p:nvSpPr>
        <p:spPr>
          <a:xfrm>
            <a:off x="838200" y="880890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7641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99</Words>
  <Application>Microsoft Office PowerPoint</Application>
  <PresentationFormat>ワイド画面</PresentationFormat>
  <Paragraphs>14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ＭＳ Ｐゴシック</vt:lpstr>
      <vt:lpstr>游ゴシック</vt:lpstr>
      <vt:lpstr>游ゴシック Light</vt:lpstr>
      <vt:lpstr>Arial</vt:lpstr>
      <vt:lpstr>Office テーマ</vt:lpstr>
      <vt:lpstr>進捗報告</vt:lpstr>
      <vt:lpstr> 卒業研究進捗</vt:lpstr>
      <vt:lpstr>現在の課題</vt:lpstr>
      <vt:lpstr>動作画面</vt:lpstr>
      <vt:lpstr>動作画面</vt:lpstr>
      <vt:lpstr>来週までの目標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小佐々 優人</dc:creator>
  <cp:lastModifiedBy>大田原 天翔</cp:lastModifiedBy>
  <cp:revision>33</cp:revision>
  <dcterms:created xsi:type="dcterms:W3CDTF">2026-04-29T09:24:32Z</dcterms:created>
  <dcterms:modified xsi:type="dcterms:W3CDTF">2026-06-10T12:45:51Z</dcterms:modified>
</cp:coreProperties>
</file>