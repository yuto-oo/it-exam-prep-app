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60" r:id="rId6"/>
    <p:sldId id="257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53" d="100"/>
          <a:sy n="53" d="100"/>
        </p:scale>
        <p:origin x="48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46D065-8A42-AFAD-CE6E-414F0DA0FA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E48295D-69E4-7C4A-C8AF-8E3BAF85F0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5278C68-0DF9-BCCA-08B6-334E7D0CD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8C1FD4D-0B6C-2E72-9DF5-AF208FB9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2DC8BC9-5DF8-433B-2250-354998E7F5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32693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0378D8-40B0-DBB0-6B74-371B3A9D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3DB3DE9-AF5E-F2F8-7456-8B1A66C65A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E093A11-D1CF-19C6-E207-996970A9D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114F6E5-6E11-0BCE-B63E-499E7792E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8287BF0-8816-17DC-F2EE-9676C48045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9677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842F4C-5F00-5AB5-D13D-6FFF2662F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D33BFB-F889-6D02-DB52-5D6EDC635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4BADEC6-658E-3AE0-A625-D7F00ACF1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B84B097-8EA6-0123-A3CF-EFAFAAD56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7647C4-BCCF-C444-035F-48909B11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05595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AFFC12-4095-96E8-E1C7-ACEA2B5095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1D85EE9-4B90-1D85-4809-050E3CD77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B30E6CA-BC78-7C9C-A511-B007C030DE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50DB70-7E5D-0681-E482-2C0F44FBD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6696D37-C93A-0189-1F11-FBB67FA5B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83B2612-BE87-D4EE-F324-F976D5DDE1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712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25BB76-34EE-7CFB-C582-088BBB57C0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A4964AD8-B492-CD45-CEC8-88D948256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BAA7140-FF8F-C325-D399-904351B03D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EFADFC1-BEE1-3F69-4A21-C9773458E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F6FA5E8A-B11F-11AF-31E0-A5405730569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31F8F9DA-C1B0-B1E8-3E13-0CAF4B908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57A705D6-0726-3AB5-0DEB-6BB84E869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B7C3096-57D3-F0B1-9AF1-8D2DB980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122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2271B9B-5278-19A0-D6BC-A3498DC48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06C6E831-3646-D34D-DD07-3E195857A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068B408-2171-4081-073E-09F3E6C16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77A9AE0-C315-2C69-98F5-5F631D7414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2088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2FBA42C-D429-513F-CF24-AAA38DCB1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191B00-835A-B475-068D-58D14077C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AB644B24-C44B-95B1-1089-E5EC659ACC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84646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E0DA90-029A-573E-0F90-4E8FA9FB7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C4DCB4E-6501-B45C-1A85-C1ACBC0B28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FC77CC3-F796-D314-A166-7423FB4F1E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9D7004E-51C2-2923-EEFB-7F087D4DF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567FBE3F-8BF7-CB47-47FA-23E33C6A0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70B9D59-3E24-D7D7-3830-363FB30D5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3661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2DF3CC-FD74-F851-6D81-167C98AF2B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D278895C-00F3-B120-8331-94083F059C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546B247-F884-15A9-EA9F-615A7EDAB5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E23E4B2-E732-E943-9B07-CD2C667AB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C932495-49CC-07FA-64C0-7F6653852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91FF97C-3832-B9CB-A10D-BD6A01B7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842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488EA2-5D62-F1AD-1481-1EA460266E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E9B13A5-C95E-BD38-3386-E564F9827F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4E44AE3-BF07-295C-974F-96A57C0428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46AFDCD-76CD-299A-5DA2-295C1199F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2135D26-65F8-7716-90F1-1F9BF19E8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28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20CA1591-D96B-2C37-1880-0559FA074E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A2D99EC-4ADB-DE7A-8363-32FDDADD89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79F7FAB-572E-6F07-F740-93630A4F5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89F3F-79E2-497A-8B6D-61211615EA8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E6EA1A3-D4EB-6BB3-9C87-A1B8A6784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9CBAA55-A48E-D59F-A7DF-2AE1659FE1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6980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83BA7CDA-AC30-89E8-8C5C-D2C7261BA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352F8B3-DB80-36DC-C00F-C47AF8CEE0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787ADC9-8702-738F-1AA2-A84529B276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B89F3F-79E2-497A-8B6D-61211615EA8D}" type="datetimeFigureOut">
              <a:rPr kumimoji="1" lang="ja-JP" altLang="en-US" smtClean="0"/>
              <a:t>2026/7/1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2868A31-363B-1A0E-2082-F229592044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39A4D00-4905-1CF6-4963-888F2D7194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1F1D59-1D89-4168-8CD0-0B65C4424F2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5119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4A512F-A9C8-3982-AD0F-42E3FE1956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ja-JP" altLang="en-US" sz="8000" b="1" dirty="0"/>
              <a:t>進捗報告</a:t>
            </a:r>
            <a:endParaRPr kumimoji="1" lang="ja-JP" altLang="en-US" sz="8000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BE16D8A-3CEC-36CB-D0F0-59D8CE0CE0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ja-JP" sz="3600" dirty="0"/>
              <a:t>7/2(</a:t>
            </a:r>
            <a:r>
              <a:rPr lang="ja-JP" altLang="en-US" sz="3600" dirty="0"/>
              <a:t>木</a:t>
            </a:r>
            <a:r>
              <a:rPr lang="en-US" altLang="ja-JP" sz="3600" dirty="0"/>
              <a:t>)</a:t>
            </a:r>
            <a:br>
              <a:rPr lang="en-US" altLang="ja-JP" sz="3600" dirty="0"/>
            </a:br>
            <a:r>
              <a:rPr lang="ja-JP" altLang="en-US" sz="3600" dirty="0"/>
              <a:t>小佐々優人　大田原天翔</a:t>
            </a:r>
            <a:endParaRPr kumimoji="1" lang="ja-JP" altLang="en-US" sz="3600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79F953F8-8A9C-FE1A-1E47-0F83F7E4F788}"/>
              </a:ext>
            </a:extLst>
          </p:cNvPr>
          <p:cNvSpPr/>
          <p:nvPr/>
        </p:nvSpPr>
        <p:spPr>
          <a:xfrm>
            <a:off x="406400" y="3361872"/>
            <a:ext cx="11379200" cy="67128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037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9B3B7EB-0225-BE02-BDE8-7B239E828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 卒業研究進捗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343291-6583-06DB-644B-03434953E2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8759"/>
            <a:ext cx="10515600" cy="48441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・基本情報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B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試験の</a:t>
            </a:r>
            <a:r>
              <a:rPr lang="en-US" altLang="ja-JP" sz="3600" dirty="0" err="1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ファイルの作成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b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app.py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の基本情報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B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試験への適応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A0AA65AC-34AE-2824-6496-4795B9A74710}"/>
              </a:ext>
            </a:extLst>
          </p:cNvPr>
          <p:cNvSpPr/>
          <p:nvPr/>
        </p:nvSpPr>
        <p:spPr>
          <a:xfrm>
            <a:off x="838200" y="1320799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4789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9117E1-D6C2-C5AF-05F5-10F1DE63A9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74B9EA-40B0-76EA-B76C-38E968FA69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pic>
        <p:nvPicPr>
          <p:cNvPr id="6" name="コンテンツ プレースホルダー 5">
            <a:extLst>
              <a:ext uri="{FF2B5EF4-FFF2-40B4-BE49-F238E27FC236}">
                <a16:creationId xmlns:a16="http://schemas.microsoft.com/office/drawing/2014/main" id="{B28651C6-B027-E096-D3B4-7D214573791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616" y="1246908"/>
            <a:ext cx="11974735" cy="5595671"/>
          </a:xfrm>
          <a:prstGeom prst="rect">
            <a:avLst/>
          </a:prstGeom>
        </p:spPr>
      </p:pic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9FA59214-6399-3C7B-175A-8C14737AF221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0054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87562-97E1-F21D-849D-FB4CBA83C5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F1C687-2B48-D677-FD44-2B2B71B47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102988B9-DAB2-33FF-878E-44975918733A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コンテンツ プレースホルダー 13">
            <a:extLst>
              <a:ext uri="{FF2B5EF4-FFF2-40B4-BE49-F238E27FC236}">
                <a16:creationId xmlns:a16="http://schemas.microsoft.com/office/drawing/2014/main" id="{7041517F-31BF-E8F9-212F-A60C9849FB7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2113" y="1071418"/>
            <a:ext cx="11386542" cy="5818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908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1C5924-21DE-DF0A-9B63-1382CBA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420"/>
            <a:ext cx="10515600" cy="1325563"/>
          </a:xfrm>
        </p:spPr>
        <p:txBody>
          <a:bodyPr/>
          <a:lstStyle/>
          <a:p>
            <a:r>
              <a:rPr lang="ja-JP" altLang="en-US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動作画面</a:t>
            </a:r>
            <a:endParaRPr kumimoji="1" lang="ja-JP" altLang="en-US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F2A91DEF-32E0-68BF-1D3A-1C3D8E0DFE35}"/>
              </a:ext>
            </a:extLst>
          </p:cNvPr>
          <p:cNvSpPr/>
          <p:nvPr/>
        </p:nvSpPr>
        <p:spPr>
          <a:xfrm>
            <a:off x="721851" y="931021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コンテンツ プレースホルダー 9">
            <a:extLst>
              <a:ext uri="{FF2B5EF4-FFF2-40B4-BE49-F238E27FC236}">
                <a16:creationId xmlns:a16="http://schemas.microsoft.com/office/drawing/2014/main" id="{D29C563C-E084-CF59-8FB5-F7DCD10CBC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22960"/>
            <a:ext cx="12158855" cy="4590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261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7CB73D5-8E07-FB28-C107-03497F411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4527"/>
            <a:ext cx="10515600" cy="853615"/>
          </a:xfrm>
        </p:spPr>
        <p:txBody>
          <a:bodyPr>
            <a:normAutofit/>
          </a:bodyPr>
          <a:lstStyle/>
          <a:p>
            <a:r>
              <a:rPr lang="ja-JP" altLang="en-US" sz="4000" b="1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現在の課題</a:t>
            </a:r>
            <a:endParaRPr kumimoji="1" lang="ja-JP" altLang="en-US" sz="4000" b="1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DB9C2DD-DCAF-BA95-C704-8D13B79047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8141"/>
            <a:ext cx="10813026" cy="5604387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・基本情報</a:t>
            </a:r>
            <a: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B</a:t>
            </a:r>
            <a:r>
              <a:rPr kumimoji="1"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試験の確認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br>
              <a:rPr kumimoji="1"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</a:b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</a:t>
            </a:r>
            <a:r>
              <a:rPr lang="en-US" altLang="ja-JP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JSON</a:t>
            </a: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ファイルのチェック（主に解答）</a:t>
            </a: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endParaRPr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  <a:p>
            <a:pPr marL="0" indent="0">
              <a:buNone/>
            </a:pPr>
            <a:r>
              <a:rPr lang="ja-JP" altLang="en-US" sz="3600" dirty="0">
                <a:latin typeface="ＭＳ Ｐゴシック" panose="020B0600070205080204" pitchFamily="50" charset="-128"/>
                <a:ea typeface="ＭＳ Ｐゴシック" panose="020B0600070205080204" pitchFamily="50" charset="-128"/>
              </a:rPr>
              <a:t>・分析ダッシュボードと間違えた問題のリマインド機能の追加</a:t>
            </a:r>
            <a:endParaRPr kumimoji="1" lang="en-US" altLang="ja-JP" sz="3600" dirty="0">
              <a:latin typeface="ＭＳ Ｐゴシック" panose="020B0600070205080204" pitchFamily="50" charset="-128"/>
              <a:ea typeface="ＭＳ Ｐゴシック" panose="020B0600070205080204" pitchFamily="50" charset="-128"/>
            </a:endParaRPr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D4898B4-AB29-9260-4454-9B7DEEAE6795}"/>
              </a:ext>
            </a:extLst>
          </p:cNvPr>
          <p:cNvSpPr/>
          <p:nvPr/>
        </p:nvSpPr>
        <p:spPr>
          <a:xfrm>
            <a:off x="736600" y="798285"/>
            <a:ext cx="10515600" cy="58057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858066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363</TotalTime>
  <Words>76</Words>
  <Application>Microsoft Office PowerPoint</Application>
  <PresentationFormat>ワイド画面</PresentationFormat>
  <Paragraphs>13</Paragraphs>
  <Slides>6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1" baseType="lpstr">
      <vt:lpstr>ＭＳ Ｐゴシック</vt:lpstr>
      <vt:lpstr>游ゴシック</vt:lpstr>
      <vt:lpstr>游ゴシック Light</vt:lpstr>
      <vt:lpstr>Arial</vt:lpstr>
      <vt:lpstr>Office テーマ</vt:lpstr>
      <vt:lpstr>進捗報告</vt:lpstr>
      <vt:lpstr> 卒業研究進捗</vt:lpstr>
      <vt:lpstr>動作画面</vt:lpstr>
      <vt:lpstr>動作画面</vt:lpstr>
      <vt:lpstr>動作画面</vt:lpstr>
      <vt:lpstr>現在の課題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小佐々 優人</dc:creator>
  <cp:lastModifiedBy>大田原 天翔</cp:lastModifiedBy>
  <cp:revision>28</cp:revision>
  <dcterms:created xsi:type="dcterms:W3CDTF">2026-04-29T09:24:32Z</dcterms:created>
  <dcterms:modified xsi:type="dcterms:W3CDTF">2026-07-01T06:44:13Z</dcterms:modified>
</cp:coreProperties>
</file>