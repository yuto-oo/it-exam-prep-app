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1" r:id="rId4"/>
    <p:sldId id="264" r:id="rId5"/>
    <p:sldId id="257" r:id="rId6"/>
    <p:sldId id="263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46D065-8A42-AFAD-CE6E-414F0DA0F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E48295D-69E4-7C4A-C8AF-8E3BAF85F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278C68-0DF9-BCCA-08B6-334E7D0CD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C1FD4D-0B6C-2E72-9DF5-AF208FB98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DC8BC9-5DF8-433B-2250-354998E7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3269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0378D8-40B0-DBB0-6B74-371B3A9D3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DB3DE9-AF5E-F2F8-7456-8B1A66C65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093A11-D1CF-19C6-E207-996970A9D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14F6E5-6E11-0BCE-B63E-499E7792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287BF0-8816-17DC-F2EE-9676C480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9677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842F4C-5F00-5AB5-D13D-6FFF2662F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D33BFB-F889-6D02-DB52-5D6EDC635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BADEC6-658E-3AE0-A625-D7F00ACF1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84B097-8EA6-0123-A3CF-EFAFAAD56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7647C4-BCCF-C444-035F-48909B11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5595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AFFC12-4095-96E8-E1C7-ACEA2B509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D85EE9-4B90-1D85-4809-050E3CD77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B30E6CA-BC78-7C9C-A511-B007C030D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50DB70-7E5D-0681-E482-2C0F44FBD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696D37-C93A-0189-1F11-FBB67FA5B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3B2612-BE87-D4EE-F324-F976D5DD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3712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25BB76-34EE-7CFB-C582-088BBB57C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964AD8-B492-CD45-CEC8-88D948256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BAA7140-FF8F-C325-D399-904351B03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EFADFC1-BEE1-3F69-4A21-C9773458E7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6FA5E8A-B11F-11AF-31E0-A54057305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1F8F9DA-C1B0-B1E8-3E13-0CAF4B908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7A705D6-0726-3AB5-0DEB-6BB84E86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B7C3096-57D3-F0B1-9AF1-8D2DB980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1222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271B9B-5278-19A0-D6BC-A3498DC48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6C6E831-3646-D34D-DD07-3E195857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068B408-2171-4081-073E-09F3E6C16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77A9AE0-C315-2C69-98F5-5F631D74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2088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2FBA42C-D429-513F-CF24-AAA38DCB1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5191B00-835A-B475-068D-58D14077C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644B24-C44B-95B1-1089-E5EC659A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64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E0DA90-029A-573E-0F90-4E8FA9FB7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4DCB4E-6501-B45C-1A85-C1ACBC0B2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FC77CC3-F796-D314-A166-7423FB4F1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D7004E-51C2-2923-EEFB-7F087D4DF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7FBE3F-8BF7-CB47-47FA-23E33C6A0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70B9D59-3E24-D7D7-3830-363FB30D5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36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2DF3CC-FD74-F851-6D81-167C98AF2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78895C-00F3-B120-8331-94083F059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46B247-F884-15A9-EA9F-615A7EDAB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23E4B2-E732-E943-9B07-CD2C667A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932495-49CC-07FA-64C0-7F6653852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1FF97C-3832-B9CB-A10D-BD6A01B7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8425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488EA2-5D62-F1AD-1481-1EA460266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E9B13A5-C95E-BD38-3386-E564F9827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E44AE3-BF07-295C-974F-96A57C042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6AFDCD-76CD-299A-5DA2-295C1199F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135D26-65F8-7716-90F1-1F9BF19E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28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0CA1591-D96B-2C37-1880-0559FA074E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2D99EC-4ADB-DE7A-8363-32FDDADD8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9F7FAB-572E-6F07-F740-93630A4F5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6EA1A3-D4EB-6BB3-9C87-A1B8A6784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CBAA55-A48E-D59F-A7DF-2AE1659F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9806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3BA7CDA-AC30-89E8-8C5C-D2C7261BA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52F8B3-DB80-36DC-C00F-C47AF8CEE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87ADC9-8702-738F-1AA2-A84529B27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B89F3F-79E2-497A-8B6D-61211615EA8D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868A31-363B-1A0E-2082-F229592044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9A4D00-4905-1CF6-4963-888F2D719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511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4A512F-A9C8-3982-AD0F-42E3FE1956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sz="8000" b="1" dirty="0"/>
              <a:t>進捗報告</a:t>
            </a:r>
            <a:endParaRPr kumimoji="1" lang="ja-JP" altLang="en-US" sz="80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BE16D8A-3CEC-36CB-D0F0-59D8CE0CE0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 sz="3600" dirty="0"/>
              <a:t>7/23(?)</a:t>
            </a:r>
            <a:br>
              <a:rPr lang="en-US" altLang="ja-JP" sz="3600" dirty="0"/>
            </a:br>
            <a:r>
              <a:rPr lang="ja-JP" altLang="en-US" sz="3600" dirty="0"/>
              <a:t>小佐々優人　大田原天翔</a:t>
            </a:r>
            <a:endParaRPr kumimoji="1" lang="ja-JP" altLang="en-US" sz="36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9F953F8-8A9C-FE1A-1E47-0F83F7E4F788}"/>
              </a:ext>
            </a:extLst>
          </p:cNvPr>
          <p:cNvSpPr/>
          <p:nvPr/>
        </p:nvSpPr>
        <p:spPr>
          <a:xfrm>
            <a:off x="406400" y="3361872"/>
            <a:ext cx="11379200" cy="671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037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CD01C-860D-6EFD-CEAD-9FE048B77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7BBDE2-A11F-30D6-FD29-21A83680B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527"/>
            <a:ext cx="10515600" cy="853615"/>
          </a:xfrm>
        </p:spPr>
        <p:txBody>
          <a:bodyPr>
            <a:normAutofit/>
          </a:bodyPr>
          <a:lstStyle/>
          <a:p>
            <a:r>
              <a:rPr lang="ja-JP" altLang="en-US" sz="4000" b="1" dirty="0">
                <a:latin typeface="+mn-ea"/>
                <a:ea typeface="+mn-ea"/>
              </a:rPr>
              <a:t>卒業研究進捗</a:t>
            </a:r>
            <a:endParaRPr kumimoji="1" lang="ja-JP" altLang="en-US" sz="4000" b="1" dirty="0">
              <a:latin typeface="+mn-ea"/>
              <a:ea typeface="+mn-ea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59B1FF-253F-0D0E-A447-F68C8FA84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8141"/>
            <a:ext cx="10813026" cy="5869859"/>
          </a:xfrm>
        </p:spPr>
        <p:txBody>
          <a:bodyPr>
            <a:normAutofit/>
          </a:bodyPr>
          <a:lstStyle/>
          <a:p>
            <a:r>
              <a:rPr kumimoji="1"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複数の</a:t>
            </a:r>
            <a:r>
              <a:rPr kumimoji="1"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AI</a:t>
            </a:r>
            <a:r>
              <a:rPr kumimoji="1"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を用いた基本情報</a:t>
            </a:r>
            <a:r>
              <a:rPr kumimoji="1"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A,B</a:t>
            </a:r>
            <a:r>
              <a:rPr kumimoji="1"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試験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JSON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ファイルの解説</a:t>
            </a:r>
            <a:r>
              <a:rPr kumimoji="1"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の修正</a:t>
            </a:r>
            <a:endParaRPr kumimoji="1"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endParaRPr kumimoji="1"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複数の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AI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を用いり、出力フォーマットを用いた基本情報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A,B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試験の検証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その検証結果を用いて、各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AI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の結果、すべての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AI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の結果を用いて再度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JSON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ファイルを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AI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を用いて修正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endParaRPr kumimoji="1"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使用した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AI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は　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ChatGPT , Gemini , Claude , </a:t>
            </a:r>
            <a:r>
              <a:rPr lang="en-US" altLang="ja-JP" sz="3600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Genspark</a:t>
            </a:r>
            <a:endParaRPr kumimoji="1"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4AF01B5-0C75-9D83-87D0-521E3112B86E}"/>
              </a:ext>
            </a:extLst>
          </p:cNvPr>
          <p:cNvSpPr/>
          <p:nvPr/>
        </p:nvSpPr>
        <p:spPr>
          <a:xfrm>
            <a:off x="736600" y="798285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2974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8EA10-66DA-D93D-FCC0-8DAFDC048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AEDBA0-744A-AA34-CD12-EB82BCC3C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527"/>
            <a:ext cx="10515600" cy="853615"/>
          </a:xfrm>
        </p:spPr>
        <p:txBody>
          <a:bodyPr>
            <a:normAutofit/>
          </a:bodyPr>
          <a:lstStyle/>
          <a:p>
            <a:r>
              <a:rPr lang="ja-JP" altLang="en-US" sz="4000" b="1" dirty="0">
                <a:latin typeface="+mn-ea"/>
                <a:ea typeface="+mn-ea"/>
              </a:rPr>
              <a:t>検証で用いた出力フォーマット</a:t>
            </a:r>
            <a:endParaRPr kumimoji="1" lang="ja-JP" altLang="en-US" sz="4000" b="1" dirty="0">
              <a:latin typeface="+mn-ea"/>
              <a:ea typeface="+mn-ea"/>
            </a:endParaRP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9763C68-51B6-1541-B928-CFDA27377A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0331" y="856342"/>
            <a:ext cx="7123669" cy="5918126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F726AD1-1E07-B860-52CA-F651F30EB12C}"/>
              </a:ext>
            </a:extLst>
          </p:cNvPr>
          <p:cNvSpPr/>
          <p:nvPr/>
        </p:nvSpPr>
        <p:spPr>
          <a:xfrm>
            <a:off x="736600" y="798285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0634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58F78-057B-2BDA-9F4E-B993A3DCC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FA79F7-2B3D-25EC-DAE4-86D4CB394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527"/>
            <a:ext cx="10515600" cy="853615"/>
          </a:xfrm>
        </p:spPr>
        <p:txBody>
          <a:bodyPr>
            <a:normAutofit fontScale="90000"/>
          </a:bodyPr>
          <a:lstStyle/>
          <a:p>
            <a:r>
              <a:rPr kumimoji="1" lang="ja-JP" altLang="en-US" sz="4000" b="1" dirty="0">
                <a:latin typeface="+mn-ea"/>
                <a:ea typeface="+mn-ea"/>
              </a:rPr>
              <a:t>フォーマットを用いて出力される</a:t>
            </a:r>
            <a:r>
              <a:rPr kumimoji="1" lang="en-US" altLang="ja-JP" sz="4000" b="1" dirty="0">
                <a:latin typeface="+mn-ea"/>
                <a:ea typeface="+mn-ea"/>
              </a:rPr>
              <a:t>JSON(</a:t>
            </a:r>
            <a:r>
              <a:rPr lang="ja-JP" altLang="en-US" sz="4000" b="1" dirty="0">
                <a:latin typeface="+mn-ea"/>
                <a:ea typeface="+mn-ea"/>
              </a:rPr>
              <a:t>一部</a:t>
            </a:r>
            <a:r>
              <a:rPr kumimoji="1" lang="en-US" altLang="ja-JP" sz="4000" b="1" dirty="0">
                <a:latin typeface="+mn-ea"/>
                <a:ea typeface="+mn-ea"/>
              </a:rPr>
              <a:t>)</a:t>
            </a:r>
            <a:endParaRPr kumimoji="1" lang="ja-JP" altLang="en-US" sz="4000" b="1" dirty="0">
              <a:latin typeface="+mn-ea"/>
              <a:ea typeface="+mn-ea"/>
            </a:endParaRP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718B9FF-B675-00EE-56B3-6100889D87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722" y="1285103"/>
            <a:ext cx="12023278" cy="4957274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57233BA-0BF2-4E8F-FD66-C06707676D45}"/>
              </a:ext>
            </a:extLst>
          </p:cNvPr>
          <p:cNvSpPr/>
          <p:nvPr/>
        </p:nvSpPr>
        <p:spPr>
          <a:xfrm>
            <a:off x="736600" y="798285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6058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CB73D5-8E07-FB28-C107-03497F411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527"/>
            <a:ext cx="10515600" cy="853615"/>
          </a:xfrm>
        </p:spPr>
        <p:txBody>
          <a:bodyPr>
            <a:normAutofit/>
          </a:bodyPr>
          <a:lstStyle/>
          <a:p>
            <a:r>
              <a:rPr lang="ja-JP" altLang="en-US" sz="4000" b="1" dirty="0">
                <a:latin typeface="+mn-ea"/>
                <a:ea typeface="+mn-ea"/>
              </a:rPr>
              <a:t>現在の課題</a:t>
            </a:r>
            <a:endParaRPr kumimoji="1" lang="ja-JP" altLang="en-US" sz="4000" b="1" dirty="0">
              <a:latin typeface="+mn-ea"/>
              <a:ea typeface="+mn-ea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B9C2DD-DCAF-BA95-C704-8D13B7904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8141"/>
            <a:ext cx="10813026" cy="5604387"/>
          </a:xfrm>
        </p:spPr>
        <p:txBody>
          <a:bodyPr/>
          <a:lstStyle/>
          <a:p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基本情報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A,B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、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IT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パスポートの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JSON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ファイルの完成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en-US" altLang="ja-JP" sz="3600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Github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への公開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kumimoji="1"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リマインド機能</a:t>
            </a:r>
            <a:endParaRPr kumimoji="1"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D4898B4-AB29-9260-4454-9B7DEEAE6795}"/>
              </a:ext>
            </a:extLst>
          </p:cNvPr>
          <p:cNvSpPr/>
          <p:nvPr/>
        </p:nvSpPr>
        <p:spPr>
          <a:xfrm>
            <a:off x="736600" y="798285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5806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D514F-D499-3697-3A2F-C943A7AC4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F3A86-3505-5E71-9510-37D7F73A3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527"/>
            <a:ext cx="10515600" cy="853615"/>
          </a:xfrm>
        </p:spPr>
        <p:txBody>
          <a:bodyPr>
            <a:normAutofit/>
          </a:bodyPr>
          <a:lstStyle/>
          <a:p>
            <a:r>
              <a:rPr kumimoji="1" lang="ja-JP" altLang="en-US" sz="4000" b="1" dirty="0">
                <a:latin typeface="+mn-ea"/>
                <a:ea typeface="+mn-ea"/>
              </a:rPr>
              <a:t>来週の目標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84C404-D86B-51EF-88B4-C8DA0A53E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8141"/>
            <a:ext cx="10813026" cy="5604387"/>
          </a:xfrm>
        </p:spPr>
        <p:txBody>
          <a:bodyPr/>
          <a:lstStyle/>
          <a:p>
            <a:r>
              <a:rPr kumimoji="1"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AI</a:t>
            </a:r>
            <a:r>
              <a:rPr kumimoji="1"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によって修正した</a:t>
            </a:r>
            <a:r>
              <a:rPr kumimoji="1"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JSON</a:t>
            </a:r>
            <a:r>
              <a:rPr kumimoji="1"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ファイルを用いて、基本情報</a:t>
            </a:r>
            <a:r>
              <a:rPr kumimoji="1"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A,B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の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JSON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完成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kumimoji="1"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同様に</a:t>
            </a:r>
            <a:r>
              <a:rPr kumimoji="1"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IT</a:t>
            </a:r>
            <a:r>
              <a:rPr kumimoji="1"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パスポートの修正と</a:t>
            </a:r>
            <a:r>
              <a:rPr kumimoji="1"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AI</a:t>
            </a:r>
            <a:r>
              <a:rPr kumimoji="1"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検証</a:t>
            </a:r>
            <a:endParaRPr kumimoji="1"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BE21510-24D4-DA05-D7EB-D26D4F3DCB12}"/>
              </a:ext>
            </a:extLst>
          </p:cNvPr>
          <p:cNvSpPr/>
          <p:nvPr/>
        </p:nvSpPr>
        <p:spPr>
          <a:xfrm>
            <a:off x="736600" y="798285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4298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149</Words>
  <Application>Microsoft Office PowerPoint</Application>
  <PresentationFormat>ワイド画面</PresentationFormat>
  <Paragraphs>20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ＭＳ Ｐゴシック</vt:lpstr>
      <vt:lpstr>游ゴシック</vt:lpstr>
      <vt:lpstr>游ゴシック Light</vt:lpstr>
      <vt:lpstr>Arial</vt:lpstr>
      <vt:lpstr>Office テーマ</vt:lpstr>
      <vt:lpstr>進捗報告</vt:lpstr>
      <vt:lpstr>卒業研究進捗</vt:lpstr>
      <vt:lpstr>検証で用いた出力フォーマット</vt:lpstr>
      <vt:lpstr>フォーマットを用いて出力されるJSON(一部)</vt:lpstr>
      <vt:lpstr>現在の課題</vt:lpstr>
      <vt:lpstr>来週の目標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小佐々 優人</dc:creator>
  <cp:lastModifiedBy>大田原 天翔</cp:lastModifiedBy>
  <cp:revision>29</cp:revision>
  <dcterms:created xsi:type="dcterms:W3CDTF">2026-04-29T09:24:32Z</dcterms:created>
  <dcterms:modified xsi:type="dcterms:W3CDTF">2026-07-22T16:43:21Z</dcterms:modified>
</cp:coreProperties>
</file>