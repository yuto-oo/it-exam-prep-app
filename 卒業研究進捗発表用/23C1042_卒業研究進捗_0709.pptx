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2" r:id="rId6"/>
    <p:sldId id="260" r:id="rId7"/>
    <p:sldId id="25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7/9(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752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3733"/>
            <a:ext cx="10515600" cy="5576711"/>
          </a:xfrm>
        </p:spPr>
        <p:txBody>
          <a:bodyPr>
            <a:normAutofit lnSpcReduction="10000"/>
          </a:bodyPr>
          <a:lstStyle/>
          <a:p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ログイン、問題データの読み込みと前処理、メニュー切り替え、出題設定画面からクイズの実行制御（</a:t>
            </a:r>
            <a:r>
              <a:rPr lang="en-US" altLang="ja-JP" sz="2600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</a:t>
            </a:r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）</a:t>
            </a:r>
            <a:endParaRPr lang="en-US" altLang="ja-JP" sz="2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2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</a:t>
            </a:r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boto3</a:t>
            </a:r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ライブラリを使用し、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DynamoDB</a:t>
            </a:r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との間で、個人の学習履歴の同期、クラス全体の統計データ、新規ログの送信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en-US" altLang="ja-JP" sz="2600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aws_db.py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  <a:p>
            <a:endParaRPr lang="en-US" altLang="ja-JP" sz="2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分析ダッシュボードの基盤作成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en-US" altLang="ja-JP" sz="2600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dashboard.py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  <a:p>
            <a:endParaRPr lang="en-US" altLang="ja-JP" sz="2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個々の問題の出題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UI</a:t>
            </a:r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、ユーザーの解答アクションの受付、解説の動的表示、および解答直後のリアルタイムベンチマーク表示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en-US" altLang="ja-JP" sz="2600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quiz_page.py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  <a:p>
            <a:endParaRPr lang="en-US" altLang="ja-JP" sz="2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間隔反復（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Spaced Repetition System</a:t>
            </a:r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）」の数理モデルを実装したファイル</a:t>
            </a:r>
            <a:endParaRPr lang="en-US" altLang="ja-JP" sz="2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記憶保持率（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%</a:t>
            </a:r>
            <a: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）と次回復習までの残り日数を計算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en-US" altLang="ja-JP" sz="2600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srs_logic.py</a:t>
            </a:r>
            <a:r>
              <a:rPr lang="en-US" altLang="ja-JP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  <a:p>
            <a:pPr marL="0" indent="0">
              <a:buNone/>
            </a:pP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90311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457"/>
            <a:ext cx="10813026" cy="5493071"/>
          </a:xfrm>
        </p:spPr>
        <p:txBody>
          <a:bodyPr>
            <a:normAutofit/>
          </a:bodyPr>
          <a:lstStyle/>
          <a:p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ファイルの内容確認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使用感の確認と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の修正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リマインド機能は最後に追加する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8417-D2E6-C4D1-44B0-CCF98919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6A7D1E-8BAD-5444-43DA-371B9DF9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　（分析ダッシュボード）</a:t>
            </a:r>
            <a:endParaRPr kumimoji="1" lang="ja-JP" altLang="en-US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B5B4827-00EC-A8D1-37CE-66776119DAF1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0D18DAE-1A61-7E5E-79D2-DB12F992A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250" y="1079232"/>
            <a:ext cx="8265823" cy="554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5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D3E15-714A-C604-249C-836259DAC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7DA62A-3588-3BD5-A73A-8CDCF5EC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　（分析ダッシュボード）</a:t>
            </a:r>
            <a:endParaRPr kumimoji="1" lang="ja-JP" altLang="en-US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7440554-7DD7-902C-85D8-71EDF5143509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A6714DF-CFEE-E43C-C06E-DA7A80457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362" y="1093825"/>
            <a:ext cx="4975577" cy="522869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20EA320-31C3-82B8-F3E1-B5AB11F06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727" y="1774327"/>
            <a:ext cx="6425784" cy="398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0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　（出題画面）</a:t>
            </a:r>
            <a:endParaRPr kumimoji="1" lang="ja-JP" altLang="en-US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コンテンツ プレースホルダー 9">
            <a:extLst>
              <a:ext uri="{FF2B5EF4-FFF2-40B4-BE49-F238E27FC236}">
                <a16:creationId xmlns:a16="http://schemas.microsoft.com/office/drawing/2014/main" id="{DF8F6299-8FF2-79E6-5EAD-0437D7F64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985" y="1340983"/>
            <a:ext cx="7357292" cy="500662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7899FB3-30AD-1374-46C2-8040BECF5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670" y="1340983"/>
            <a:ext cx="3816523" cy="500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4E8AF-CFE0-4DDC-5034-086F0188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937"/>
            <a:ext cx="10515600" cy="1085964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F4EAB-0694-E468-BC6D-E41D44AF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620"/>
            <a:ext cx="10515600" cy="4982344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複数の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を使って問題解説の整合性・妥当性を確認する</a:t>
            </a:r>
            <a:endParaRPr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Git Hub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への公開の準備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7FDE6A-2FFB-CFED-760E-EE1AD7FB5308}"/>
              </a:ext>
            </a:extLst>
          </p:cNvPr>
          <p:cNvSpPr/>
          <p:nvPr/>
        </p:nvSpPr>
        <p:spPr>
          <a:xfrm>
            <a:off x="838200" y="88089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4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223</Words>
  <Application>Microsoft Office PowerPoint</Application>
  <PresentationFormat>ワイド画面</PresentationFormat>
  <Paragraphs>28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現在の課題</vt:lpstr>
      <vt:lpstr>動作画面　（分析ダッシュボード）</vt:lpstr>
      <vt:lpstr>動作画面　（分析ダッシュボード）</vt:lpstr>
      <vt:lpstr>動作画面　（出題画面）</vt:lpstr>
      <vt:lpstr>来週までの目標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小佐々 優人</cp:lastModifiedBy>
  <cp:revision>54</cp:revision>
  <dcterms:created xsi:type="dcterms:W3CDTF">2026-04-29T09:24:32Z</dcterms:created>
  <dcterms:modified xsi:type="dcterms:W3CDTF">2026-07-09T04:15:59Z</dcterms:modified>
</cp:coreProperties>
</file>