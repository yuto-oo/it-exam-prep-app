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66" d="100"/>
          <a:sy n="66" d="100"/>
        </p:scale>
        <p:origin x="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4/30(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 環境構築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r>
              <a:rPr kumimoji="1" lang="en-US" altLang="ja-JP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アカウント作成（無料版）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各々の</a:t>
            </a:r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PC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に</a:t>
            </a:r>
            <a:r>
              <a:rPr lang="en-US" altLang="ja-JP" dirty="0" err="1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Streamlit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、</a:t>
            </a:r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</a:t>
            </a:r>
            <a:r>
              <a:rPr lang="en-US" altLang="ja-JP" dirty="0">
                <a:highlight>
                  <a:srgbClr val="FFFF00"/>
                </a:highlight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GitHub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のインストール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（アプリの公開用）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 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問題や解答の表は、</a:t>
            </a:r>
            <a:r>
              <a:rPr kumimoji="1" lang="en-US" altLang="ja-JP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Streamlit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と互換性のある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Markdown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形式で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として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保存（動作確認用の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年分）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JSON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ファイルを読み込んで問題を表示・解答・時間計測できる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簡易版アプリを</a:t>
            </a:r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Python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Streamlit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で作成（</a:t>
            </a:r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）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3F791B-8528-8E60-062C-1071306D4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32733"/>
          </a:xfrm>
        </p:spPr>
        <p:txBody>
          <a:bodyPr>
            <a:normAutofit/>
          </a:bodyPr>
          <a:lstStyle/>
          <a:p>
            <a:r>
              <a:rPr lang="en-US" altLang="ja-JP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</a:t>
            </a:r>
            <a:r>
              <a:rPr lang="en-US" altLang="ja-JP" sz="48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 </a:t>
            </a:r>
            <a:r>
              <a:rPr lang="ja-JP" altLang="en-US" sz="32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の動作画面 （不正解画面）</a:t>
            </a:r>
            <a:endParaRPr kumimoji="1" lang="ja-JP" altLang="en-US" sz="40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850319D-F8BE-6C5F-1956-A899ED63D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6581" y="1049779"/>
            <a:ext cx="6538835" cy="5706621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06AE73F-DBA3-8B62-052B-B0DCDDC46EC5}"/>
              </a:ext>
            </a:extLst>
          </p:cNvPr>
          <p:cNvSpPr/>
          <p:nvPr/>
        </p:nvSpPr>
        <p:spPr>
          <a:xfrm>
            <a:off x="838200" y="874676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403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88CFC-9DD4-2C66-98AD-AAD41B37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0932"/>
            <a:ext cx="10515600" cy="1325563"/>
          </a:xfrm>
        </p:spPr>
        <p:txBody>
          <a:bodyPr/>
          <a:lstStyle/>
          <a:p>
            <a:r>
              <a:rPr lang="ja-JP" altLang="en-US" sz="4800" b="1" dirty="0">
                <a:solidFill>
                  <a:prstClr val="black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</a:t>
            </a:r>
            <a:r>
              <a:rPr kumimoji="1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j-cs"/>
              </a:rPr>
              <a:t>app.py </a:t>
            </a: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j-cs"/>
              </a:rPr>
              <a:t>の動作画面 （正解・終了画面）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25F93746-D36A-6592-DDCA-BAC935AB6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690" b="15095"/>
          <a:stretch>
            <a:fillRect/>
          </a:stretch>
        </p:blipFill>
        <p:spPr>
          <a:xfrm>
            <a:off x="2456080" y="1124631"/>
            <a:ext cx="7279839" cy="401888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BA3E885-CDC5-1DEC-7118-C7FDD5469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080" y="5361874"/>
            <a:ext cx="7279839" cy="129453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3C85B49-A66F-C840-0136-B3C184348F9F}"/>
              </a:ext>
            </a:extLst>
          </p:cNvPr>
          <p:cNvSpPr/>
          <p:nvPr/>
        </p:nvSpPr>
        <p:spPr>
          <a:xfrm>
            <a:off x="838200" y="877248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29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36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604387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（調べながら行っていく）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側の設定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DynamoDB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テーブルの作成（解答時間や正誤を保存）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IAM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ユーザーの作成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セキュリティ設定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.env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ファイルの作成</a:t>
            </a:r>
            <a:endParaRPr kumimoji="1"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sz="36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endParaRPr kumimoji="1" lang="en-US" altLang="ja-JP" sz="3600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Python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）から、実際に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件だけデータを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AWS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に送ってみるテストを行う。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B39AC6C-1DD0-3C5C-1405-324B46955D1E}"/>
              </a:ext>
            </a:extLst>
          </p:cNvPr>
          <p:cNvSpPr/>
          <p:nvPr/>
        </p:nvSpPr>
        <p:spPr>
          <a:xfrm>
            <a:off x="838200" y="545737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186</Words>
  <Application>Microsoft Office PowerPoint</Application>
  <PresentationFormat>ワイド画面</PresentationFormat>
  <Paragraphs>25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 app.py の動作画面 （不正解画面）</vt:lpstr>
      <vt:lpstr> app.py の動作画面 （正解・終了画面）</vt:lpstr>
      <vt:lpstr>現在の課題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小佐々 優人</cp:lastModifiedBy>
  <cp:revision>23</cp:revision>
  <dcterms:created xsi:type="dcterms:W3CDTF">2026-04-29T09:24:32Z</dcterms:created>
  <dcterms:modified xsi:type="dcterms:W3CDTF">2026-04-29T15:13:42Z</dcterms:modified>
</cp:coreProperties>
</file>