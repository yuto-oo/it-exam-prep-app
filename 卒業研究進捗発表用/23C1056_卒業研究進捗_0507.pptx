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5/07(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IAM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ユーザの作成を行い、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の共同作業環境の構築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から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にデータを送るテストを行った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・セキュリティ設定を行った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6206F0E-DC5A-1F0B-2763-58E89278E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11" y="1121425"/>
            <a:ext cx="10937789" cy="522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データの「個人識別」</a:t>
            </a:r>
          </a:p>
          <a:p>
            <a:pPr marL="0" indent="0">
              <a:buNone/>
            </a:pP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ユーザ名がすべて「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student_01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」になっているため、誰がどの問題を解いたのかわからない</a:t>
            </a:r>
            <a:b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2.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問題の正誤を保存できていない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937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620"/>
            <a:ext cx="10515600" cy="4982344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データの「個人識別」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python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コードの調整を行い、個人識別を可能にする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88089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119</Words>
  <Application>Microsoft Office PowerPoint</Application>
  <PresentationFormat>ワイド画面</PresentationFormat>
  <Paragraphs>14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動作画面</vt:lpstr>
      <vt:lpstr>現在の課題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大田原 天翔</cp:lastModifiedBy>
  <cp:revision>28</cp:revision>
  <dcterms:created xsi:type="dcterms:W3CDTF">2026-04-29T09:24:32Z</dcterms:created>
  <dcterms:modified xsi:type="dcterms:W3CDTF">2026-05-06T15:14:26Z</dcterms:modified>
</cp:coreProperties>
</file>