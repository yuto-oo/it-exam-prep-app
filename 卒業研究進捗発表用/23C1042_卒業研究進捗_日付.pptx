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8/6(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759"/>
            <a:ext cx="10515600" cy="484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1320799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sz="40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457"/>
            <a:ext cx="10813026" cy="5493071"/>
          </a:xfrm>
        </p:spPr>
        <p:txBody>
          <a:bodyPr/>
          <a:lstStyle/>
          <a:p>
            <a:endParaRPr kumimoji="1" lang="en-US" altLang="ja-JP" sz="36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C5924-21DE-DF0A-9B63-1382CBA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DB4A42-38FB-3E6F-636F-E70E7130C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086"/>
            <a:ext cx="10515600" cy="4946877"/>
          </a:xfrm>
        </p:spPr>
        <p:txBody>
          <a:bodyPr>
            <a:normAutofit/>
          </a:bodyPr>
          <a:lstStyle/>
          <a:p>
            <a:endParaRPr kumimoji="1" lang="ja-JP" altLang="en-US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A91DEF-32E0-68BF-1D3A-1C3D8E0DFE35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26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4E8AF-CFE0-4DDC-5034-086F0188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937"/>
            <a:ext cx="10515600" cy="1085964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b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F4EAB-0694-E468-BC6D-E41D44AF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620"/>
            <a:ext cx="10515600" cy="4982344"/>
          </a:xfrm>
        </p:spPr>
        <p:txBody>
          <a:bodyPr>
            <a:normAutofit/>
          </a:bodyPr>
          <a:lstStyle/>
          <a:p>
            <a:endParaRPr kumimoji="1" lang="ja-JP" altLang="en-US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7FDE6A-2FFB-CFED-760E-EE1AD7FB5308}"/>
              </a:ext>
            </a:extLst>
          </p:cNvPr>
          <p:cNvSpPr/>
          <p:nvPr/>
        </p:nvSpPr>
        <p:spPr>
          <a:xfrm>
            <a:off x="838200" y="88089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4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26</Words>
  <Application>Microsoft Office PowerPoint</Application>
  <PresentationFormat>ワイド画面</PresentationFormat>
  <Paragraphs>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現在の課題</vt:lpstr>
      <vt:lpstr>動作画面</vt:lpstr>
      <vt:lpstr>来週までの目標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小佐々 優人</cp:lastModifiedBy>
  <cp:revision>30</cp:revision>
  <dcterms:created xsi:type="dcterms:W3CDTF">2026-04-29T09:24:32Z</dcterms:created>
  <dcterms:modified xsi:type="dcterms:W3CDTF">2026-08-04T11:04:57Z</dcterms:modified>
</cp:coreProperties>
</file>